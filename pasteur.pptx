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B54C95-7D06-88E2-AEBA-C31563B96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2C6E033-81F8-05D4-4006-A28DBDD6B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0A5FDE-9AB3-DACE-B473-D0B6797D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D8E7EC-01CA-7F9E-42AF-F3EFEE2E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4F6DE5-2031-861B-3F22-8C39D539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403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8C7965-4BF0-374F-5768-170F4D3C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DCFA00-B4EC-3B10-86F0-393CC5637C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04BB16-2D72-7873-2B31-85B521333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47579C-FAC2-F29E-6C17-410C7D79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ACB318-015E-A3A8-E99C-3970B054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426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6B21BD-67F6-1B23-75F0-6EDFEC39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B477E50-B91A-058A-6EB4-389208A36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DC4C0D9-FFB9-DD77-2D34-1FAD61FC5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38F2DE-0D66-D85B-9EDE-1C69A0ABE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2EA4E7-6E0F-3747-3F47-CEB09729C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57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96D085-E717-B93F-00D3-4DF90CDFE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0902D27-7577-1AF7-463A-57AB1BE1E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09A20D-46BA-560C-67A5-CA74E7C61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2032EC-2414-1B17-516F-B5BF7FDC7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D2C000-8EF6-1A6E-BD9D-97585CB9D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8F46EE-E00E-01C8-0C25-EEAEA492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0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23B6D3-37D8-B833-8E00-4CEEE0DB8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2BB871-5228-94B1-E8B6-946BB31B7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916751-0C5D-96FA-AAA7-A50FE75511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0600D8-91ED-4D85-8E29-CE88C00D3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E14F451-719D-89C1-717D-4E7815699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B0E74AC-884B-59BD-5DAF-3F321D98B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F697310-AB3B-91A5-3BA4-6815814F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B24FE1-9AF5-EC61-0185-1C58BB22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063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9A1BE8-AE14-AE37-87E6-705DB9BF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39C8FB4-80D2-6593-AF0D-D8C922D9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3F6C008-DD65-7F23-9FEC-753C3BDD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5D2B984-DE81-3C44-206E-65FDD332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60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440A42D-452F-D644-CAE6-77077D6B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493E2B-2CE3-66A1-E8E9-44F948923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39EAB37-4E47-E131-ABC4-A67417AB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4658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A20B0-8185-359D-8C7B-7BA1D59CA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C92677-6741-CF78-F30C-F258692E4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47B9BF-F638-968A-05C8-CD7B65022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FDFBB3-919F-8F2A-58EE-538545BB5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17874B-31DB-80D5-5816-491904AB8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F853C35-DE1A-4E1A-A4E0-9067AFDD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701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F042E4-939F-1954-1965-FF279414F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AC43ADE-7B8E-4D3E-2114-BD3BE528E4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6EECF5-D991-E1A6-D0E6-2ABF224D2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710EF4-1674-A22A-5A05-570403D0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E3F3DE-999B-BE6E-6980-52CEC3C7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62F26DD-6F2C-01D0-3CFE-E6D8E0C2A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9713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ACF839-A187-6B0F-6193-64F648D3D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376A74-48E2-CFF2-5888-B287AA490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55077A-911D-73F7-80B6-32D06D87E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F855B0-53DD-EA23-3428-C34C95C2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9045E50-3F32-3442-7419-42CF57270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69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C408A20-3162-E9D9-4AFF-81213C9F5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6A17EC-020A-86EB-229F-ACCF5D54C3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A3D66C-FEB0-45E7-740C-F94F51A7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8B7087-ADD0-8461-AB0D-D6141DC6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6B2DD0-B3C6-813B-2673-7E7668F0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452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377911B-E15B-C445-E47F-84F188A57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09BB8E-8406-56B2-1BDA-0EB75076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B0CC56-9E18-8292-4265-231C260D76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8E4E8-DE9B-4BEB-A1C5-28442A966062}" type="datetimeFigureOut">
              <a:rPr lang="fr-FR" smtClean="0"/>
              <a:t>31/05/2026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D66D5E-1AE8-9823-E990-E43196E3A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A61980-BFD5-F8B2-0AA7-73EA62512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4AD35-4CD9-4523-954D-DA33C0ED1A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910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D9AF263-9825-5C53-276B-EAD647A42B64}"/>
              </a:ext>
            </a:extLst>
          </p:cNvPr>
          <p:cNvSpPr txBox="1"/>
          <p:nvPr/>
        </p:nvSpPr>
        <p:spPr>
          <a:xfrm>
            <a:off x="2781656" y="3255948"/>
            <a:ext cx="5361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Le </a:t>
            </a:r>
            <a:r>
              <a:rPr lang="fr-FR" dirty="0" err="1"/>
              <a:t>vacin</a:t>
            </a:r>
            <a:r>
              <a:rPr lang="fr-FR" dirty="0"/>
              <a:t> contre la </a:t>
            </a:r>
            <a:r>
              <a:rPr lang="fr-FR" dirty="0" err="1"/>
              <a:t>rhage</a:t>
            </a:r>
            <a:r>
              <a:rPr lang="fr-FR" dirty="0"/>
              <a:t> a été </a:t>
            </a:r>
            <a:r>
              <a:rPr lang="fr-FR"/>
              <a:t>inventée par Loui PASTEU</a:t>
            </a:r>
          </a:p>
        </p:txBody>
      </p:sp>
    </p:spTree>
    <p:extLst>
      <p:ext uri="{BB962C8B-B14F-4D97-AF65-F5344CB8AC3E}">
        <p14:creationId xmlns:p14="http://schemas.microsoft.com/office/powerpoint/2010/main" val="56215372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Grand écran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Antoine DUBOIS</dc:creator>
  <cp:lastModifiedBy>Antoine DUBOIS</cp:lastModifiedBy>
  <cp:revision>1</cp:revision>
  <dcterms:created xsi:type="dcterms:W3CDTF">2026-05-31T15:54:26Z</dcterms:created>
  <dcterms:modified xsi:type="dcterms:W3CDTF">2026-05-31T15:54:39Z</dcterms:modified>
</cp:coreProperties>
</file>